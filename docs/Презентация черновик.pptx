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911E3B3-7AAF-4C32-98F6-419EC683DC8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3CBD5E-599D-49C2-88F9-C4E26E7D8C8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F40A5-B255-4941-ABFB-7BCD6D9A34D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824BBF-8BFC-4AC9-90A4-D015871907B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40211E-AFCF-4C19-BF2D-35B49E9CA00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90428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BF824-0A41-4D07-9CE3-7EE7526FC56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899A3A3-94F6-4586-BE17-56C962B382E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FC288C-1E04-430D-AF13-FCAF8C346C1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9EE373-19E6-4AC5-9366-57DE0EFEDD6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DF8F1A4-0D92-4E7A-97BD-18D3BF4CF4D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DE478E9-FE8C-4781-B730-3B4DF8F7962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 rot="5400000">
            <a:off x="7500600" y="0"/>
            <a:ext cx="1643400" cy="164340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760" y="-8280"/>
            <a:ext cx="5138280" cy="5152320"/>
            <a:chOff x="5760" y="-8280"/>
            <a:chExt cx="5138280" cy="515232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360" y="360"/>
              <a:ext cx="5152320" cy="51346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0" y="1142280"/>
              <a:ext cx="3996360" cy="398232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 rot="16200000">
              <a:off x="1800" y="720"/>
              <a:ext cx="2299320" cy="22914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flipH="1">
              <a:off x="652680" y="588240"/>
              <a:ext cx="2299680" cy="22910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17EA47-EFB9-4EE6-B477-3E6B8FB3C42E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06;p11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12" name="Google Shape;107;p11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Google Shape;108;p11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Google Shape;109;p11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Google Shape;110;p11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111;p11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Google Shape;112;p11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Google Shape;113;p11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Google Shape;114;p11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Google Shape;115;p11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Google Shape;116;p11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Google Shape;117;p11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118;p11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Google Shape;119;p11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" name="Google Shape;120;p11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Google Shape;121;p11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122;p11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123;p11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Google Shape;124;p11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23680" y="1284840"/>
            <a:ext cx="477576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007"/>
          </a:bodyPr>
          <a:p>
            <a:pPr indent="0">
              <a:lnSpc>
                <a:spcPct val="100000"/>
              </a:lnSpc>
              <a:buNone/>
            </a:pPr>
            <a:r>
              <a:rPr b="0" lang="en-US" sz="8000" spc="-1" strike="noStrike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760" cy="121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9957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DD28E6-A4D2-4B6F-BE0A-E4A5401985F1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80BE35-9378-424A-BD51-635408ABB492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20;p3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35" name="Google Shape;21;p3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Google Shape;22;p3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Google Shape;23;p3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Google Shape;24;p3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Google Shape;25;p3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Google Shape;26;p3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Google Shape;27;p3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Google Shape;28;p3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Google Shape;29;p3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Google Shape;30;p3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Google Shape;31;p3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32;p3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Google Shape;33;p3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Google Shape;34;p3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Google Shape;35;p3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Google Shape;36;p3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Google Shape;37;p3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Google Shape;38;p3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760" cy="11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71CDBD-0F90-4317-8551-D39409984425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42;p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56" name="Google Shape;43;p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Google Shape;44;p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D9F33D-0E25-4CF9-BD40-6561A13E306B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49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64" name="Google Shape;50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" name="Google Shape;51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455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455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B4964E-9D99-4726-9BA8-E3C30CEFCE8F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57;p6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74" name="Google Shape;58;p6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Google Shape;59;p6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F133F9-8DF7-404F-91BA-8BB2B1159DF7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63;p7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80" name="Google Shape;64;p7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Google Shape;65;p7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72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720" cy="241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684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FC8804-C368-4D7D-A41B-2E85E9410910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70;p8"/>
          <p:cNvGrpSpPr/>
          <p:nvPr/>
        </p:nvGrpSpPr>
        <p:grpSpPr>
          <a:xfrm>
            <a:off x="4406760" y="0"/>
            <a:ext cx="4737240" cy="5143680"/>
            <a:chOff x="4406760" y="0"/>
            <a:chExt cx="4737240" cy="5143680"/>
          </a:xfrm>
        </p:grpSpPr>
        <p:sp>
          <p:nvSpPr>
            <p:cNvPr id="86" name="Google Shape;71;p8"/>
            <p:cNvSpPr/>
            <p:nvPr/>
          </p:nvSpPr>
          <p:spPr>
            <a:xfrm rot="5400000">
              <a:off x="4407840" y="-1440"/>
              <a:ext cx="473436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Google Shape;72;p8"/>
            <p:cNvSpPr/>
            <p:nvPr/>
          </p:nvSpPr>
          <p:spPr>
            <a:xfrm rot="5400000">
              <a:off x="4840920" y="5760"/>
              <a:ext cx="429840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Google Shape;73;p8"/>
            <p:cNvSpPr/>
            <p:nvPr/>
          </p:nvSpPr>
          <p:spPr>
            <a:xfrm rot="16200000">
              <a:off x="5618520" y="123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74;p8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75;p8"/>
            <p:cNvSpPr/>
            <p:nvPr/>
          </p:nvSpPr>
          <p:spPr>
            <a:xfrm rot="16200000">
              <a:off x="5987160" y="2469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Google Shape;76;p8"/>
            <p:cNvSpPr/>
            <p:nvPr/>
          </p:nvSpPr>
          <p:spPr>
            <a:xfrm flipH="1">
              <a:off x="6222240" y="26773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77;p8"/>
            <p:cNvSpPr/>
            <p:nvPr/>
          </p:nvSpPr>
          <p:spPr>
            <a:xfrm rot="16200000">
              <a:off x="6675480" y="186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78;p8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79;p8"/>
            <p:cNvSpPr/>
            <p:nvPr/>
          </p:nvSpPr>
          <p:spPr>
            <a:xfrm rot="16200000">
              <a:off x="6861240" y="247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Google Shape;80;p8"/>
            <p:cNvSpPr/>
            <p:nvPr/>
          </p:nvSpPr>
          <p:spPr>
            <a:xfrm flipH="1">
              <a:off x="7965360" y="2693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81;p8"/>
            <p:cNvSpPr/>
            <p:nvPr/>
          </p:nvSpPr>
          <p:spPr>
            <a:xfrm flipH="1">
              <a:off x="8145000" y="3309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82;p8"/>
            <p:cNvSpPr/>
            <p:nvPr/>
          </p:nvSpPr>
          <p:spPr>
            <a:xfrm rot="16200000">
              <a:off x="7047720" y="3095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83;p8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Google Shape;84;p8"/>
            <p:cNvSpPr/>
            <p:nvPr/>
          </p:nvSpPr>
          <p:spPr>
            <a:xfrm rot="16200000">
              <a:off x="7227360" y="3711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Google Shape;85;p8"/>
            <p:cNvSpPr/>
            <p:nvPr/>
          </p:nvSpPr>
          <p:spPr>
            <a:xfrm flipH="1">
              <a:off x="7462440" y="391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86;p8"/>
            <p:cNvSpPr/>
            <p:nvPr/>
          </p:nvSpPr>
          <p:spPr>
            <a:xfrm rot="16200000">
              <a:off x="8102520" y="3719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87;p8"/>
            <p:cNvSpPr/>
            <p:nvPr/>
          </p:nvSpPr>
          <p:spPr>
            <a:xfrm flipH="1">
              <a:off x="8334360" y="3926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Google Shape;88;p8"/>
            <p:cNvSpPr/>
            <p:nvPr/>
          </p:nvSpPr>
          <p:spPr>
            <a:xfrm rot="16200000">
              <a:off x="8288280" y="4335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760" cy="35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E2AB7E-F637-4809-9BD6-855E8C18F683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92;p9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07" name="Google Shape;93;p9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" name="Google Shape;94;p9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88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6320" cy="23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6849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EF870F-3DFE-480E-9970-48D1A461C8A0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00;p10"/>
          <p:cNvGrpSpPr/>
          <p:nvPr/>
        </p:nvGrpSpPr>
        <p:grpSpPr>
          <a:xfrm>
            <a:off x="0" y="4129200"/>
            <a:ext cx="698400" cy="683640"/>
            <a:chOff x="0" y="4129200"/>
            <a:chExt cx="698400" cy="683640"/>
          </a:xfrm>
        </p:grpSpPr>
        <p:sp>
          <p:nvSpPr>
            <p:cNvPr id="113" name="Google Shape;101;p10"/>
            <p:cNvSpPr/>
            <p:nvPr/>
          </p:nvSpPr>
          <p:spPr>
            <a:xfrm rot="16200000">
              <a:off x="0" y="412920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Google Shape;102;p10"/>
            <p:cNvSpPr/>
            <p:nvPr/>
          </p:nvSpPr>
          <p:spPr>
            <a:xfrm flipH="1">
              <a:off x="154080" y="426852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76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3074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BD01EB-18B8-4296-9F16-4D6D430A36E8}" type="slidenum">
              <a:rPr b="0" lang="ru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4000" spc="-1" strike="noStrike">
                <a:solidFill>
                  <a:schemeClr val="lt1"/>
                </a:solidFill>
                <a:latin typeface="Montserrat"/>
                <a:ea typeface="Montserrat"/>
              </a:rPr>
              <a:t>Навык “Города” для Яндекс Алисы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70400" cy="50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684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300" spc="-1" strike="noStrike">
                <a:solidFill>
                  <a:schemeClr val="lt1"/>
                </a:solidFill>
                <a:latin typeface="Montserrat"/>
                <a:ea typeface="Montserrat"/>
              </a:rPr>
              <a:t>Авторы: Казаков Даниил Алексеевич, Коптуров Роман Сергеевич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Введение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Идея проекта: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создание навыка для Яндекс Алисы с использованием различных сервисов Яндекса.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Решаемая задача: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научится создавать навыки для Яндекс Алисы.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Структура проекта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ffffff"/>
              </a:buClr>
              <a:buFont typeface="Montserrat"/>
              <a:buAutoNum type="arabicPeriod"/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Язык программирования: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Python 3.10;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ffffff"/>
              </a:buClr>
              <a:buFont typeface="Montserrat"/>
              <a:buAutoNum type="arabicPeriod"/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Используемые библиотеки: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yandexcloud, requests, pytest;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ffffff"/>
              </a:buClr>
              <a:buFont typeface="Montserrat"/>
              <a:buAutoNum type="arabicPeriod"/>
            </a:pPr>
            <a:r>
              <a:rPr b="1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Особенности программы: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 возможность запросить изображение города во время игры.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2026-04-17T21:11:27Z</dcterms:modified>
  <cp:revision>1</cp:revision>
  <dc:subject/>
  <dc:title/>
</cp:coreProperties>
</file>