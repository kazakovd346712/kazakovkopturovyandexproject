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6558112-2EDE-4564-B850-7BEE491052EB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E7F4CA-2540-49A9-9679-7D780872AE8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6BEDAE-E8D6-440E-B079-73CC8ABFD954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B67A643-AE9E-4F84-B725-51FD1173A40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F5A487B-C807-45CC-ABD7-5DBAAA3B01ED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981BB9-B927-418C-AC37-A1F35205955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DC73A68-B8F5-4AA5-AEA1-86A9C37E063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CF6D8DB-96A6-43CF-A5CE-6702D50F174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1161E38-3FCE-4037-B4C1-2AE888536D28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0D30F1F-FA6C-4F8F-AE43-B76F77B8699A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5DDAA9C-3D27-4322-9503-AABF18133267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58E1DD5-5AD0-4241-ABF3-7204FE6057C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 rot="5400000">
            <a:off x="7502040" y="0"/>
            <a:ext cx="1641960" cy="164196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760" y="-6840"/>
            <a:ext cx="5136840" cy="5150880"/>
            <a:chOff x="5760" y="-6840"/>
            <a:chExt cx="5136840" cy="515088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360" y="1800"/>
              <a:ext cx="5150880" cy="51332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0" y="1143720"/>
              <a:ext cx="3994920" cy="398088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" name="Google Shape;14;p2"/>
            <p:cNvSpPr/>
            <p:nvPr/>
          </p:nvSpPr>
          <p:spPr>
            <a:xfrm rot="16200000">
              <a:off x="1800" y="2160"/>
              <a:ext cx="2297880" cy="22899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" name="Google Shape;15;p2"/>
            <p:cNvSpPr/>
            <p:nvPr/>
          </p:nvSpPr>
          <p:spPr>
            <a:xfrm flipH="1">
              <a:off x="651240" y="588240"/>
              <a:ext cx="2298240" cy="22896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4FF4CD-E813-4A03-89DC-F1243B02DB29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06;p11"/>
          <p:cNvGrpSpPr/>
          <p:nvPr/>
        </p:nvGrpSpPr>
        <p:grpSpPr>
          <a:xfrm>
            <a:off x="4406760" y="-1440"/>
            <a:ext cx="4735800" cy="5144400"/>
            <a:chOff x="4406760" y="-1440"/>
            <a:chExt cx="4735800" cy="5144400"/>
          </a:xfrm>
        </p:grpSpPr>
        <p:sp>
          <p:nvSpPr>
            <p:cNvPr id="12" name="Google Shape;107;p11"/>
            <p:cNvSpPr/>
            <p:nvPr/>
          </p:nvSpPr>
          <p:spPr>
            <a:xfrm rot="5400000">
              <a:off x="4408200" y="-1800"/>
              <a:ext cx="4732200" cy="47358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" name="Google Shape;108;p11"/>
            <p:cNvSpPr/>
            <p:nvPr/>
          </p:nvSpPr>
          <p:spPr>
            <a:xfrm rot="5400000">
              <a:off x="4842720" y="3960"/>
              <a:ext cx="4296240" cy="428508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" name="Google Shape;109;p11"/>
            <p:cNvSpPr/>
            <p:nvPr/>
          </p:nvSpPr>
          <p:spPr>
            <a:xfrm rot="16200000">
              <a:off x="5618520" y="1238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Google Shape;110;p11"/>
            <p:cNvSpPr/>
            <p:nvPr/>
          </p:nvSpPr>
          <p:spPr>
            <a:xfrm flipH="1">
              <a:off x="5848560" y="1443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Google Shape;111;p11"/>
            <p:cNvSpPr/>
            <p:nvPr/>
          </p:nvSpPr>
          <p:spPr>
            <a:xfrm rot="16200000">
              <a:off x="5987160" y="2471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" name="Google Shape;112;p11"/>
            <p:cNvSpPr/>
            <p:nvPr/>
          </p:nvSpPr>
          <p:spPr>
            <a:xfrm flipH="1">
              <a:off x="6220800" y="2676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Google Shape;113;p11"/>
            <p:cNvSpPr/>
            <p:nvPr/>
          </p:nvSpPr>
          <p:spPr>
            <a:xfrm rot="16200000">
              <a:off x="6675480" y="18637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Google Shape;114;p11"/>
            <p:cNvSpPr/>
            <p:nvPr/>
          </p:nvSpPr>
          <p:spPr>
            <a:xfrm flipH="1">
              <a:off x="6906600" y="2069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Google Shape;115;p11"/>
            <p:cNvSpPr/>
            <p:nvPr/>
          </p:nvSpPr>
          <p:spPr>
            <a:xfrm rot="16200000">
              <a:off x="6861240" y="2479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Google Shape;116;p11"/>
            <p:cNvSpPr/>
            <p:nvPr/>
          </p:nvSpPr>
          <p:spPr>
            <a:xfrm flipH="1">
              <a:off x="7963920" y="26928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" name="Google Shape;117;p11"/>
            <p:cNvSpPr/>
            <p:nvPr/>
          </p:nvSpPr>
          <p:spPr>
            <a:xfrm flipH="1">
              <a:off x="8143560" y="33087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Google Shape;118;p11"/>
            <p:cNvSpPr/>
            <p:nvPr/>
          </p:nvSpPr>
          <p:spPr>
            <a:xfrm rot="16200000">
              <a:off x="7047720" y="30967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" name="Google Shape;119;p11"/>
            <p:cNvSpPr/>
            <p:nvPr/>
          </p:nvSpPr>
          <p:spPr>
            <a:xfrm flipH="1">
              <a:off x="7275240" y="3302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" name="Google Shape;120;p11"/>
            <p:cNvSpPr/>
            <p:nvPr/>
          </p:nvSpPr>
          <p:spPr>
            <a:xfrm rot="16200000">
              <a:off x="7227360" y="3712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Google Shape;121;p11"/>
            <p:cNvSpPr/>
            <p:nvPr/>
          </p:nvSpPr>
          <p:spPr>
            <a:xfrm flipH="1">
              <a:off x="7461000" y="39182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Google Shape;122;p11"/>
            <p:cNvSpPr/>
            <p:nvPr/>
          </p:nvSpPr>
          <p:spPr>
            <a:xfrm rot="16200000">
              <a:off x="8102520" y="37202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" name="Google Shape;123;p11"/>
            <p:cNvSpPr/>
            <p:nvPr/>
          </p:nvSpPr>
          <p:spPr>
            <a:xfrm flipH="1">
              <a:off x="8332920" y="39258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" name="Google Shape;124;p11"/>
            <p:cNvSpPr/>
            <p:nvPr/>
          </p:nvSpPr>
          <p:spPr>
            <a:xfrm rot="16200000">
              <a:off x="8288280" y="43358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FC5F95-C9AD-4352-817D-2FA507F43948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A2D139-6EC8-41FD-A5ED-E6CDDB1FE1AA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20;p3"/>
          <p:cNvGrpSpPr/>
          <p:nvPr/>
        </p:nvGrpSpPr>
        <p:grpSpPr>
          <a:xfrm>
            <a:off x="4406760" y="-1440"/>
            <a:ext cx="4735800" cy="5144400"/>
            <a:chOff x="4406760" y="-1440"/>
            <a:chExt cx="4735800" cy="5144400"/>
          </a:xfrm>
        </p:grpSpPr>
        <p:sp>
          <p:nvSpPr>
            <p:cNvPr id="33" name="Google Shape;21;p3"/>
            <p:cNvSpPr/>
            <p:nvPr/>
          </p:nvSpPr>
          <p:spPr>
            <a:xfrm rot="5400000">
              <a:off x="4408200" y="-1800"/>
              <a:ext cx="4732200" cy="47358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Google Shape;22;p3"/>
            <p:cNvSpPr/>
            <p:nvPr/>
          </p:nvSpPr>
          <p:spPr>
            <a:xfrm rot="5400000">
              <a:off x="4842720" y="3960"/>
              <a:ext cx="4296240" cy="428508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Google Shape;23;p3"/>
            <p:cNvSpPr/>
            <p:nvPr/>
          </p:nvSpPr>
          <p:spPr>
            <a:xfrm rot="16200000">
              <a:off x="5618520" y="1238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Google Shape;24;p3"/>
            <p:cNvSpPr/>
            <p:nvPr/>
          </p:nvSpPr>
          <p:spPr>
            <a:xfrm flipH="1">
              <a:off x="5848560" y="1443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Google Shape;25;p3"/>
            <p:cNvSpPr/>
            <p:nvPr/>
          </p:nvSpPr>
          <p:spPr>
            <a:xfrm rot="16200000">
              <a:off x="5987160" y="2471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Google Shape;26;p3"/>
            <p:cNvSpPr/>
            <p:nvPr/>
          </p:nvSpPr>
          <p:spPr>
            <a:xfrm flipH="1">
              <a:off x="6220800" y="2676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Google Shape;27;p3"/>
            <p:cNvSpPr/>
            <p:nvPr/>
          </p:nvSpPr>
          <p:spPr>
            <a:xfrm rot="16200000">
              <a:off x="6675480" y="18637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Google Shape;28;p3"/>
            <p:cNvSpPr/>
            <p:nvPr/>
          </p:nvSpPr>
          <p:spPr>
            <a:xfrm flipH="1">
              <a:off x="6906600" y="2069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Google Shape;29;p3"/>
            <p:cNvSpPr/>
            <p:nvPr/>
          </p:nvSpPr>
          <p:spPr>
            <a:xfrm rot="16200000">
              <a:off x="6861240" y="2479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Google Shape;30;p3"/>
            <p:cNvSpPr/>
            <p:nvPr/>
          </p:nvSpPr>
          <p:spPr>
            <a:xfrm flipH="1">
              <a:off x="7963920" y="26928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" name="Google Shape;31;p3"/>
            <p:cNvSpPr/>
            <p:nvPr/>
          </p:nvSpPr>
          <p:spPr>
            <a:xfrm flipH="1">
              <a:off x="8143560" y="33087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Google Shape;32;p3"/>
            <p:cNvSpPr/>
            <p:nvPr/>
          </p:nvSpPr>
          <p:spPr>
            <a:xfrm rot="16200000">
              <a:off x="7047720" y="30967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Google Shape;33;p3"/>
            <p:cNvSpPr/>
            <p:nvPr/>
          </p:nvSpPr>
          <p:spPr>
            <a:xfrm flipH="1">
              <a:off x="7275240" y="3302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34;p3"/>
            <p:cNvSpPr/>
            <p:nvPr/>
          </p:nvSpPr>
          <p:spPr>
            <a:xfrm rot="16200000">
              <a:off x="7227360" y="3712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" name="Google Shape;35;p3"/>
            <p:cNvSpPr/>
            <p:nvPr/>
          </p:nvSpPr>
          <p:spPr>
            <a:xfrm flipH="1">
              <a:off x="7461000" y="39182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Google Shape;36;p3"/>
            <p:cNvSpPr/>
            <p:nvPr/>
          </p:nvSpPr>
          <p:spPr>
            <a:xfrm rot="16200000">
              <a:off x="8102520" y="37202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Google Shape;37;p3"/>
            <p:cNvSpPr/>
            <p:nvPr/>
          </p:nvSpPr>
          <p:spPr>
            <a:xfrm flipH="1">
              <a:off x="8332920" y="39258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Google Shape;38;p3"/>
            <p:cNvSpPr/>
            <p:nvPr/>
          </p:nvSpPr>
          <p:spPr>
            <a:xfrm rot="16200000">
              <a:off x="8288280" y="43358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1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5D53ED-A1F7-420C-8046-6918C677EB5C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42;p4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53" name="Google Shape;43;p4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" name="Google Shape;44;p4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23C67D-22EE-45DD-9FFE-A35B932649C5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49;p5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61" name="Google Shape;50;p5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" name="Google Shape;51;p5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0D0AD6-4B58-4936-96C8-3ABBC9B2B42E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57;p6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71" name="Google Shape;58;p6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Google Shape;59;p6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DCBA75-5D44-4F36-9FE4-EA7EE65C4075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63;p7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77" name="Google Shape;64;p7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Google Shape;65;p7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721C86-817B-4645-92D9-87239FD75E6A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70;p8"/>
          <p:cNvGrpSpPr/>
          <p:nvPr/>
        </p:nvGrpSpPr>
        <p:grpSpPr>
          <a:xfrm>
            <a:off x="4406760" y="-1440"/>
            <a:ext cx="4735800" cy="5145120"/>
            <a:chOff x="4406760" y="-1440"/>
            <a:chExt cx="4735800" cy="5145120"/>
          </a:xfrm>
        </p:grpSpPr>
        <p:sp>
          <p:nvSpPr>
            <p:cNvPr id="81" name="Google Shape;71;p8"/>
            <p:cNvSpPr/>
            <p:nvPr/>
          </p:nvSpPr>
          <p:spPr>
            <a:xfrm rot="5400000">
              <a:off x="4407840" y="-1440"/>
              <a:ext cx="4732920" cy="47358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Google Shape;72;p8"/>
            <p:cNvSpPr/>
            <p:nvPr/>
          </p:nvSpPr>
          <p:spPr>
            <a:xfrm rot="5400000">
              <a:off x="4842360" y="4320"/>
              <a:ext cx="4296960" cy="428508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Google Shape;73;p8"/>
            <p:cNvSpPr/>
            <p:nvPr/>
          </p:nvSpPr>
          <p:spPr>
            <a:xfrm rot="16200000">
              <a:off x="5618520" y="12384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Google Shape;74;p8"/>
            <p:cNvSpPr/>
            <p:nvPr/>
          </p:nvSpPr>
          <p:spPr>
            <a:xfrm flipH="1">
              <a:off x="5848560" y="1443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Google Shape;75;p8"/>
            <p:cNvSpPr/>
            <p:nvPr/>
          </p:nvSpPr>
          <p:spPr>
            <a:xfrm rot="16200000">
              <a:off x="5987160" y="24714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Google Shape;76;p8"/>
            <p:cNvSpPr/>
            <p:nvPr/>
          </p:nvSpPr>
          <p:spPr>
            <a:xfrm flipH="1">
              <a:off x="6220800" y="2677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Google Shape;77;p8"/>
            <p:cNvSpPr/>
            <p:nvPr/>
          </p:nvSpPr>
          <p:spPr>
            <a:xfrm rot="16200000">
              <a:off x="6675480" y="18640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Google Shape;78;p8"/>
            <p:cNvSpPr/>
            <p:nvPr/>
          </p:nvSpPr>
          <p:spPr>
            <a:xfrm flipH="1">
              <a:off x="6906600" y="2069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79;p8"/>
            <p:cNvSpPr/>
            <p:nvPr/>
          </p:nvSpPr>
          <p:spPr>
            <a:xfrm rot="16200000">
              <a:off x="6861240" y="2479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Google Shape;80;p8"/>
            <p:cNvSpPr/>
            <p:nvPr/>
          </p:nvSpPr>
          <p:spPr>
            <a:xfrm flipH="1">
              <a:off x="7963920" y="26931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Google Shape;81;p8"/>
            <p:cNvSpPr/>
            <p:nvPr/>
          </p:nvSpPr>
          <p:spPr>
            <a:xfrm flipH="1">
              <a:off x="8143560" y="33091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Google Shape;82;p8"/>
            <p:cNvSpPr/>
            <p:nvPr/>
          </p:nvSpPr>
          <p:spPr>
            <a:xfrm rot="16200000">
              <a:off x="7047720" y="30970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Google Shape;83;p8"/>
            <p:cNvSpPr/>
            <p:nvPr/>
          </p:nvSpPr>
          <p:spPr>
            <a:xfrm flipH="1">
              <a:off x="7275240" y="3302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Google Shape;84;p8"/>
            <p:cNvSpPr/>
            <p:nvPr/>
          </p:nvSpPr>
          <p:spPr>
            <a:xfrm rot="16200000">
              <a:off x="7227360" y="3713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Google Shape;85;p8"/>
            <p:cNvSpPr/>
            <p:nvPr/>
          </p:nvSpPr>
          <p:spPr>
            <a:xfrm flipH="1">
              <a:off x="7461000" y="391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Google Shape;86;p8"/>
            <p:cNvSpPr/>
            <p:nvPr/>
          </p:nvSpPr>
          <p:spPr>
            <a:xfrm rot="16200000">
              <a:off x="8102520" y="3720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Google Shape;87;p8"/>
            <p:cNvSpPr/>
            <p:nvPr/>
          </p:nvSpPr>
          <p:spPr>
            <a:xfrm flipH="1">
              <a:off x="8332920" y="39261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Google Shape;88;p8"/>
            <p:cNvSpPr/>
            <p:nvPr/>
          </p:nvSpPr>
          <p:spPr>
            <a:xfrm rot="16200000">
              <a:off x="8288280" y="43365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9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785432-0496-4C2E-9AEE-3D52EA6C51A7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92;p9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101" name="Google Shape;93;p9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" name="Google Shape;94;p9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D72AE3-6183-49EC-BFD5-79BB8B903189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0;p10"/>
          <p:cNvGrpSpPr/>
          <p:nvPr/>
        </p:nvGrpSpPr>
        <p:grpSpPr>
          <a:xfrm>
            <a:off x="0" y="4130640"/>
            <a:ext cx="695520" cy="680760"/>
            <a:chOff x="0" y="4130640"/>
            <a:chExt cx="695520" cy="680760"/>
          </a:xfrm>
        </p:grpSpPr>
        <p:sp>
          <p:nvSpPr>
            <p:cNvPr id="105" name="Google Shape;101;p10"/>
            <p:cNvSpPr/>
            <p:nvPr/>
          </p:nvSpPr>
          <p:spPr>
            <a:xfrm rot="16200000">
              <a:off x="0" y="4130640"/>
              <a:ext cx="542880" cy="5428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Google Shape;102;p10"/>
            <p:cNvSpPr/>
            <p:nvPr/>
          </p:nvSpPr>
          <p:spPr>
            <a:xfrm flipH="1">
              <a:off x="152640" y="4268520"/>
              <a:ext cx="542880" cy="5428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93C4B3-82B5-484B-9FD0-F40B89C84F6F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70;p8"/>
          <p:cNvGrpSpPr/>
          <p:nvPr/>
        </p:nvGrpSpPr>
        <p:grpSpPr>
          <a:xfrm>
            <a:off x="4406760" y="-1080"/>
            <a:ext cx="4736160" cy="5144760"/>
            <a:chOff x="4406760" y="-1080"/>
            <a:chExt cx="4736160" cy="5144760"/>
          </a:xfrm>
        </p:grpSpPr>
        <p:sp>
          <p:nvSpPr>
            <p:cNvPr id="109" name="Google Shape;71;p8"/>
            <p:cNvSpPr/>
            <p:nvPr/>
          </p:nvSpPr>
          <p:spPr>
            <a:xfrm rot="5400000">
              <a:off x="4407840" y="-1440"/>
              <a:ext cx="4733280" cy="473616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Google Shape;72;p8"/>
            <p:cNvSpPr/>
            <p:nvPr/>
          </p:nvSpPr>
          <p:spPr>
            <a:xfrm rot="5400000">
              <a:off x="4842000" y="4680"/>
              <a:ext cx="4297320" cy="428544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Google Shape;73;p8"/>
            <p:cNvSpPr/>
            <p:nvPr/>
          </p:nvSpPr>
          <p:spPr>
            <a:xfrm rot="16200000">
              <a:off x="5618520" y="123804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Google Shape;74;p8"/>
            <p:cNvSpPr/>
            <p:nvPr/>
          </p:nvSpPr>
          <p:spPr>
            <a:xfrm flipH="1">
              <a:off x="5848560" y="144396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Google Shape;75;p8"/>
            <p:cNvSpPr/>
            <p:nvPr/>
          </p:nvSpPr>
          <p:spPr>
            <a:xfrm rot="16200000">
              <a:off x="5987160" y="247104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Google Shape;76;p8"/>
            <p:cNvSpPr/>
            <p:nvPr/>
          </p:nvSpPr>
          <p:spPr>
            <a:xfrm flipH="1">
              <a:off x="6220800" y="267732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" name="Google Shape;77;p8"/>
            <p:cNvSpPr/>
            <p:nvPr/>
          </p:nvSpPr>
          <p:spPr>
            <a:xfrm rot="16200000">
              <a:off x="6675480" y="186372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Google Shape;78;p8"/>
            <p:cNvSpPr/>
            <p:nvPr/>
          </p:nvSpPr>
          <p:spPr>
            <a:xfrm flipH="1">
              <a:off x="6906600" y="206964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Google Shape;79;p8"/>
            <p:cNvSpPr/>
            <p:nvPr/>
          </p:nvSpPr>
          <p:spPr>
            <a:xfrm rot="16200000">
              <a:off x="6861240" y="247932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" name="Google Shape;80;p8"/>
            <p:cNvSpPr/>
            <p:nvPr/>
          </p:nvSpPr>
          <p:spPr>
            <a:xfrm flipH="1">
              <a:off x="7963920" y="269316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Google Shape;81;p8"/>
            <p:cNvSpPr/>
            <p:nvPr/>
          </p:nvSpPr>
          <p:spPr>
            <a:xfrm flipH="1">
              <a:off x="8143560" y="330912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Google Shape;82;p8"/>
            <p:cNvSpPr/>
            <p:nvPr/>
          </p:nvSpPr>
          <p:spPr>
            <a:xfrm rot="16200000">
              <a:off x="7047720" y="309672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Google Shape;83;p8"/>
            <p:cNvSpPr/>
            <p:nvPr/>
          </p:nvSpPr>
          <p:spPr>
            <a:xfrm flipH="1">
              <a:off x="7275240" y="330264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Google Shape;84;p8"/>
            <p:cNvSpPr/>
            <p:nvPr/>
          </p:nvSpPr>
          <p:spPr>
            <a:xfrm rot="16200000">
              <a:off x="7227360" y="371268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Google Shape;85;p8"/>
            <p:cNvSpPr/>
            <p:nvPr/>
          </p:nvSpPr>
          <p:spPr>
            <a:xfrm flipH="1">
              <a:off x="7461000" y="391860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" name="Google Shape;86;p8"/>
            <p:cNvSpPr/>
            <p:nvPr/>
          </p:nvSpPr>
          <p:spPr>
            <a:xfrm rot="16200000">
              <a:off x="8102520" y="372024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Google Shape;87;p8"/>
            <p:cNvSpPr/>
            <p:nvPr/>
          </p:nvSpPr>
          <p:spPr>
            <a:xfrm flipH="1">
              <a:off x="8332920" y="392616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Google Shape;88;p8"/>
            <p:cNvSpPr/>
            <p:nvPr/>
          </p:nvSpPr>
          <p:spPr>
            <a:xfrm rot="16200000">
              <a:off x="8288280" y="4336200"/>
              <a:ext cx="807480" cy="8074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CB2290-E5F6-4E78-A62B-28F2C1862E61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5880" cy="157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4000" spc="-1" strike="noStrike">
                <a:solidFill>
                  <a:schemeClr val="lt1"/>
                </a:solidFill>
                <a:latin typeface="Montserrat"/>
                <a:ea typeface="Montserrat"/>
              </a:rPr>
              <a:t>Навык “Города” для Яндекс Алисы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5083920" y="3925080"/>
            <a:ext cx="3468960" cy="50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7222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300" spc="-1" strike="noStrike">
                <a:solidFill>
                  <a:schemeClr val="lt1"/>
                </a:solidFill>
                <a:latin typeface="Montserrat"/>
                <a:ea typeface="Montserrat"/>
              </a:rPr>
              <a:t>Авторы: Казаков Даниил Алексеевич, Коптуров Роман Сергеевич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Введение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Идея проекта: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создание навыка для Яндекс Алисы с использованием различных сервисов Яндекса.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Решаемая задача: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научится создавать навыки для Яндекс Алисы.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Структура проекта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ffffff"/>
              </a:buClr>
              <a:buFont typeface="Montserrat"/>
              <a:buAutoNum type="arabicPeriod"/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Язык программирования: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Python 3.10;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ffffff"/>
              </a:buClr>
              <a:buFont typeface="Montserrat"/>
              <a:buAutoNum type="arabicPeriod"/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Используемые библиотеки: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flask, requests;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ffffff"/>
              </a:buClr>
              <a:buFont typeface="Montserrat"/>
              <a:buAutoNum type="arabicPeriod"/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Особенности программы: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возможность узнать расположение города на карте во время игры.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Заключение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ru" sz="1600" spc="-1" strike="noStrike">
                <a:solidFill>
                  <a:schemeClr val="lt1"/>
                </a:solidFill>
                <a:latin typeface="Lato"/>
                <a:ea typeface="Lato"/>
              </a:rPr>
              <a:t>Возможности для улучшения:</a:t>
            </a:r>
            <a:r>
              <a:rPr b="0" lang="ru" sz="1600" spc="-1" strike="noStrike">
                <a:solidFill>
                  <a:schemeClr val="lt1"/>
                </a:solidFill>
                <a:latin typeface="Lato"/>
                <a:ea typeface="Lato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600" spc="-1" strike="noStrike">
                <a:solidFill>
                  <a:schemeClr val="lt1"/>
                </a:solidFill>
                <a:latin typeface="Lato"/>
                <a:ea typeface="Lato"/>
              </a:rPr>
              <a:t>Увеличение количества городов в базе;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600" spc="-1" strike="noStrike">
                <a:solidFill>
                  <a:schemeClr val="lt1"/>
                </a:solidFill>
                <a:latin typeface="Lato"/>
                <a:ea typeface="Lato"/>
              </a:rPr>
              <a:t>Добавление новых диалоговых опций.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23680" y="-126360"/>
            <a:ext cx="4585680" cy="351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900" spc="-1" strike="noStrike">
                <a:solidFill>
                  <a:schemeClr val="lt1"/>
                </a:solidFill>
                <a:latin typeface="Montserrat"/>
                <a:ea typeface="Montserrat"/>
              </a:rPr>
              <a:t>Спасибо за внимание!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2026-04-21T18:20:29Z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